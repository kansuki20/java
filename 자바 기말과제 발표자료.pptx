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858" r:id="rId2"/>
  </p:sldMasterIdLst>
  <p:sldIdLst>
    <p:sldId id="256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70" r:id="rId13"/>
    <p:sldId id="271" r:id="rId14"/>
    <p:sldId id="272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6" autoAdjust="0"/>
    <p:restoredTop sz="94660"/>
  </p:normalViewPr>
  <p:slideViewPr>
    <p:cSldViewPr snapToGrid="0">
      <p:cViewPr varScale="1">
        <p:scale>
          <a:sx n="86" d="100"/>
          <a:sy n="86" d="100"/>
        </p:scale>
        <p:origin x="63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9DAFEC-9C06-40DA-A7DB-CC08B0BAA8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DC59A77-73DE-4E47-B081-63645EA129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EA8483-8169-4192-BC9A-3E221A43B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F3E04-597D-49F7-97EB-3427C129E392}" type="datetimeFigureOut">
              <a:rPr lang="ko-KR" altLang="en-US" smtClean="0"/>
              <a:t>2020-12-12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F19791-BDE1-44DA-A6BF-D1D8529B3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EC22E0-C065-4FF6-956F-8DAE9E470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4E359-582C-4F30-A161-FE9EDC25EA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9563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72115E-D970-4108-B326-274A71842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2AAC55-BE35-46A5-BDB0-0AA4328A2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1203C4-CB05-4002-97A9-B8E2FF0B6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F3E04-597D-49F7-97EB-3427C129E392}" type="datetimeFigureOut">
              <a:rPr lang="ko-KR" altLang="en-US" smtClean="0"/>
              <a:t>2020-12-12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9040D5-DF15-454A-8215-7A72C4743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34BD61-E841-4239-8FEC-706EA5C8D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4E359-582C-4F30-A161-FE9EDC25EA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4914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107D73-FA8E-4185-9ACB-A2A2938F9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00C804-89A0-4B80-8036-7213F14B3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57A0BB-3863-4E18-ABE6-12952F276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F3E04-597D-49F7-97EB-3427C129E392}" type="datetimeFigureOut">
              <a:rPr lang="ko-KR" altLang="en-US" smtClean="0"/>
              <a:t>2020-12-12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05D285-5260-4939-A12D-0311C754D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C4D579-47DF-4FA0-A84C-E368AD6A6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4E359-582C-4F30-A161-FE9EDC25EA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1383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9F1F94-29DE-4EF5-9996-C84BB0A43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899802-1E0C-49C3-9681-D0F5FF199C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F5C20D4-6261-4D21-8D00-F023D0B45B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0677A52-EE46-4956-B38C-C10F22604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F3E04-597D-49F7-97EB-3427C129E392}" type="datetimeFigureOut">
              <a:rPr lang="ko-KR" altLang="en-US" smtClean="0"/>
              <a:t>2020-12-12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43FC215-B1EB-4249-AC19-1A5E37C35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C27ADF1-AFEE-49C1-A833-961D943FE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4E359-582C-4F30-A161-FE9EDC25EA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1349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3E4F27-4A19-42D9-961E-0FD65F3D1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88E6AE9-C20C-48FA-9F1E-C4029E2C7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3964A66-BC26-4FB8-A05A-2002D4E12A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B4C8077-5B83-4E43-83DB-6A8D5FE6E4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56CF896-8F63-4742-8EC2-0D3FFBFC71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A49452D-FD24-40E2-A9ED-CB34ADDD9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F3E04-597D-49F7-97EB-3427C129E392}" type="datetimeFigureOut">
              <a:rPr lang="ko-KR" altLang="en-US" smtClean="0"/>
              <a:t>2020-12-12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3F19FF8-E4AB-4936-9434-C9BDABD5B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DB9E2F6-F464-4D6F-93A4-D6A111DE0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4E359-582C-4F30-A161-FE9EDC25EA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9718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61DC4D-1AA6-4624-8361-7D84B8667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188B07C-83EA-41BE-8418-1C9EA31A8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F3E04-597D-49F7-97EB-3427C129E392}" type="datetimeFigureOut">
              <a:rPr lang="ko-KR" altLang="en-US" smtClean="0"/>
              <a:t>2020-12-12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23D92FD-10D3-455E-B126-4DF16A72B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2896C71-2455-484D-8CCB-322C35ED8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4E359-582C-4F30-A161-FE9EDC25EA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40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A42D4B2-4E5E-4A7D-9431-BC482D032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F3E04-597D-49F7-97EB-3427C129E392}" type="datetimeFigureOut">
              <a:rPr lang="ko-KR" altLang="en-US" smtClean="0"/>
              <a:t>2020-12-12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7C28FC1-49A3-4516-B9EE-46EDEF1C8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5A7EAB-24A1-4E3E-9BD4-AD38F6D57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4E359-582C-4F30-A161-FE9EDC25EA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1868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3DFD74-B7FA-486E-B282-62C54386E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BC2D4A-AFA5-4092-BDAC-94497A93E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E0F2F23-DCE4-4618-99EC-D4E13B16D1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460564-D3D4-4D55-8226-9EBE77CFC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F3E04-597D-49F7-97EB-3427C129E392}" type="datetimeFigureOut">
              <a:rPr lang="ko-KR" altLang="en-US" smtClean="0"/>
              <a:t>2020-12-12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5FE47C3-D746-4BD3-A8F9-DD4FACB90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D2AE14A-EDCE-4F57-BFE6-DC399BA45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4E359-582C-4F30-A161-FE9EDC25EA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9719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2D9629-B593-4DA5-B44F-9CAB71ECD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5087D7C-AFD7-4F0D-B404-F5E7E2813A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4D86684-DC21-4193-882B-5AE890B41D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269E53-9EA1-4071-A33A-8A8DC9D5B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F3E04-597D-49F7-97EB-3427C129E392}" type="datetimeFigureOut">
              <a:rPr lang="ko-KR" altLang="en-US" smtClean="0"/>
              <a:t>2020-12-12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E63F63D-217E-48FF-87A7-D5B3B2911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5FDF9C6-E29F-4E30-9E9E-6BA01376D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4E359-582C-4F30-A161-FE9EDC25EA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5400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9BB08A-550E-4B63-8EAA-7BCE7B149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87560A9-FBCA-4A47-BF7F-D1828B3CF5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07D37A-096F-4377-B3F5-2AB6F1C87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F3E04-597D-49F7-97EB-3427C129E392}" type="datetimeFigureOut">
              <a:rPr lang="ko-KR" altLang="en-US" smtClean="0"/>
              <a:t>2020-12-12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989BF43-C3A2-4416-9F47-C2C316B9D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066BAE-C319-4FD5-8F95-A84F1410E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4E359-582C-4F30-A161-FE9EDC25EA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829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BCBF47A-105E-43DE-B8AB-400EC74D81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6931012-0039-4623-81D5-AEC9229BA8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1B808F-850D-434F-913F-CB6FBF8F2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F3E04-597D-49F7-97EB-3427C129E392}" type="datetimeFigureOut">
              <a:rPr lang="ko-KR" altLang="en-US" smtClean="0"/>
              <a:t>2020-12-12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F5B02E-2D49-4D19-9DE2-F05E78F9B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85549F-3BA6-459A-9D54-79A6D1045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4E359-582C-4F30-A161-FE9EDC25EA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79030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F3E04-597D-49F7-97EB-3427C129E392}" type="datetimeFigureOut">
              <a:rPr lang="ko-KR" altLang="en-US" smtClean="0"/>
              <a:t>2020-12-12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4E359-582C-4F30-A161-FE9EDC25EA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05738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F3E04-597D-49F7-97EB-3427C129E392}" type="datetimeFigureOut">
              <a:rPr lang="ko-KR" altLang="en-US" smtClean="0"/>
              <a:t>2020-12-12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4E359-582C-4F30-A161-FE9EDC25EA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75706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F3E04-597D-49F7-97EB-3427C129E392}" type="datetimeFigureOut">
              <a:rPr lang="ko-KR" altLang="en-US" smtClean="0"/>
              <a:t>2020-12-12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4E359-582C-4F30-A161-FE9EDC25EA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39565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F3E04-597D-49F7-97EB-3427C129E392}" type="datetimeFigureOut">
              <a:rPr lang="ko-KR" altLang="en-US" smtClean="0"/>
              <a:t>2020-12-12</a:t>
            </a:fld>
            <a:endParaRPr lang="ko-KR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4E359-582C-4F30-A161-FE9EDC25EA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341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F3E04-597D-49F7-97EB-3427C129E392}" type="datetimeFigureOut">
              <a:rPr lang="ko-KR" altLang="en-US" smtClean="0"/>
              <a:t>2020-12-12</a:t>
            </a:fld>
            <a:endParaRPr lang="ko-KR" alt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4E359-582C-4F30-A161-FE9EDC25EA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01653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F3E04-597D-49F7-97EB-3427C129E392}" type="datetimeFigureOut">
              <a:rPr lang="ko-KR" altLang="en-US" smtClean="0"/>
              <a:t>2020-12-12</a:t>
            </a:fld>
            <a:endParaRPr lang="ko-KR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4E359-582C-4F30-A161-FE9EDC25EA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4430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F3E04-597D-49F7-97EB-3427C129E392}" type="datetimeFigureOut">
              <a:rPr lang="ko-KR" altLang="en-US" smtClean="0"/>
              <a:t>2020-12-12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4E359-582C-4F30-A161-FE9EDC25EA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76455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F3E04-597D-49F7-97EB-3427C129E392}" type="datetimeFigureOut">
              <a:rPr lang="ko-KR" altLang="en-US" smtClean="0"/>
              <a:t>2020-12-12</a:t>
            </a:fld>
            <a:endParaRPr lang="ko-KR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4E359-582C-4F30-A161-FE9EDC25EA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35632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F3E04-597D-49F7-97EB-3427C129E392}" type="datetimeFigureOut">
              <a:rPr lang="ko-KR" altLang="en-US" smtClean="0"/>
              <a:t>2020-12-12</a:t>
            </a:fld>
            <a:endParaRPr lang="ko-KR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4E359-582C-4F30-A161-FE9EDC25EA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77483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F3E04-597D-49F7-97EB-3427C129E392}" type="datetimeFigureOut">
              <a:rPr lang="ko-KR" altLang="en-US" smtClean="0"/>
              <a:t>2020-12-12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4E359-582C-4F30-A161-FE9EDC25EA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34166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F3E04-597D-49F7-97EB-3427C129E392}" type="datetimeFigureOut">
              <a:rPr lang="ko-KR" altLang="en-US" smtClean="0"/>
              <a:t>2020-12-12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4E359-582C-4F30-A161-FE9EDC25EA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8162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165C10F-261C-41CA-828E-2A404D93D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DCA6D92-47ED-4D66-B3FF-B668695100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67F12C-486C-44D1-B210-FD625DD5AC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F3E04-597D-49F7-97EB-3427C129E392}" type="datetimeFigureOut">
              <a:rPr lang="ko-KR" altLang="en-US" smtClean="0"/>
              <a:t>2020-12-12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2EBA5F-F8A5-4220-9D05-670BACFA0B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D8CB73-C9DF-498C-B95D-093D03A54E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14E359-582C-4F30-A161-FE9EDC25EA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6130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7BF3E04-597D-49F7-97EB-3427C129E392}" type="datetimeFigureOut">
              <a:rPr lang="ko-KR" altLang="en-US" smtClean="0"/>
              <a:t>2020-12-12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2F14E359-582C-4F30-A161-FE9EDC25EA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833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9" r:id="rId1"/>
    <p:sldLayoutId id="2147483860" r:id="rId2"/>
    <p:sldLayoutId id="2147483861" r:id="rId3"/>
    <p:sldLayoutId id="2147483862" r:id="rId4"/>
    <p:sldLayoutId id="2147483863" r:id="rId5"/>
    <p:sldLayoutId id="2147483864" r:id="rId6"/>
    <p:sldLayoutId id="2147483865" r:id="rId7"/>
    <p:sldLayoutId id="2147483866" r:id="rId8"/>
    <p:sldLayoutId id="2147483867" r:id="rId9"/>
    <p:sldLayoutId id="2147483868" r:id="rId10"/>
    <p:sldLayoutId id="214748386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1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1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1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1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1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8294908-8B00-4F58-BBBA-20F71A40A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364C879-1404-4203-8E9D-CC5DE0A62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2782" y="-1386168"/>
            <a:ext cx="2424873" cy="3611191"/>
          </a:xfrm>
          <a:custGeom>
            <a:avLst/>
            <a:gdLst>
              <a:gd name="connsiteX0" fmla="*/ 0 w 2424873"/>
              <a:gd name="connsiteY0" fmla="*/ 2424874 h 3611191"/>
              <a:gd name="connsiteX1" fmla="*/ 2424873 w 2424873"/>
              <a:gd name="connsiteY1" fmla="*/ 0 h 3611191"/>
              <a:gd name="connsiteX2" fmla="*/ 2424873 w 2424873"/>
              <a:gd name="connsiteY2" fmla="*/ 3611191 h 3611191"/>
              <a:gd name="connsiteX3" fmla="*/ 1186317 w 2424873"/>
              <a:gd name="connsiteY3" fmla="*/ 3611191 h 3611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4873" h="3611191">
                <a:moveTo>
                  <a:pt x="0" y="2424874"/>
                </a:moveTo>
                <a:lnTo>
                  <a:pt x="2424873" y="0"/>
                </a:lnTo>
                <a:lnTo>
                  <a:pt x="2424873" y="3611191"/>
                </a:lnTo>
                <a:lnTo>
                  <a:pt x="1186317" y="361119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4617302-4B0D-4351-A6BB-6F0930D9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571000" y="-338582"/>
            <a:ext cx="1635955" cy="1635955"/>
          </a:xfrm>
          <a:custGeom>
            <a:avLst/>
            <a:gdLst>
              <a:gd name="connsiteX0" fmla="*/ 0 w 1635955"/>
              <a:gd name="connsiteY0" fmla="*/ 957987 h 1635955"/>
              <a:gd name="connsiteX1" fmla="*/ 957987 w 1635955"/>
              <a:gd name="connsiteY1" fmla="*/ 0 h 1635955"/>
              <a:gd name="connsiteX2" fmla="*/ 1635955 w 1635955"/>
              <a:gd name="connsiteY2" fmla="*/ 0 h 1635955"/>
              <a:gd name="connsiteX3" fmla="*/ 1635955 w 1635955"/>
              <a:gd name="connsiteY3" fmla="*/ 1635955 h 1635955"/>
              <a:gd name="connsiteX4" fmla="*/ 0 w 1635955"/>
              <a:gd name="connsiteY4" fmla="*/ 1635955 h 1635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35955" h="1635955">
                <a:moveTo>
                  <a:pt x="0" y="957987"/>
                </a:moveTo>
                <a:lnTo>
                  <a:pt x="957987" y="0"/>
                </a:lnTo>
                <a:lnTo>
                  <a:pt x="1635955" y="0"/>
                </a:lnTo>
                <a:lnTo>
                  <a:pt x="1635955" y="1635955"/>
                </a:lnTo>
                <a:lnTo>
                  <a:pt x="0" y="1635955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A2C7802-C2E0-4218-8F89-8DD7CCD2C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7985" y="-6588"/>
            <a:ext cx="4059393" cy="2548110"/>
          </a:xfrm>
          <a:custGeom>
            <a:avLst/>
            <a:gdLst>
              <a:gd name="connsiteX0" fmla="*/ 0 w 4059393"/>
              <a:gd name="connsiteY0" fmla="*/ 1511282 h 2548110"/>
              <a:gd name="connsiteX1" fmla="*/ 1511282 w 4059393"/>
              <a:gd name="connsiteY1" fmla="*/ 0 h 2548110"/>
              <a:gd name="connsiteX2" fmla="*/ 4059393 w 4059393"/>
              <a:gd name="connsiteY2" fmla="*/ 2548110 h 2548110"/>
              <a:gd name="connsiteX3" fmla="*/ 0 w 4059393"/>
              <a:gd name="connsiteY3" fmla="*/ 2548110 h 2548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59393" h="2548110">
                <a:moveTo>
                  <a:pt x="0" y="1511282"/>
                </a:moveTo>
                <a:lnTo>
                  <a:pt x="1511282" y="0"/>
                </a:lnTo>
                <a:lnTo>
                  <a:pt x="4059393" y="2548110"/>
                </a:lnTo>
                <a:lnTo>
                  <a:pt x="0" y="254811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6D7111A-21E5-4EE9-8A78-10E5530F0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262924" y="1465780"/>
            <a:ext cx="1185708" cy="118570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3969E80-A77B-49FC-9122-D89AFD5EE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-29557" y="5198743"/>
            <a:ext cx="2444907" cy="2366116"/>
          </a:xfrm>
          <a:custGeom>
            <a:avLst/>
            <a:gdLst>
              <a:gd name="connsiteX0" fmla="*/ 0 w 2203753"/>
              <a:gd name="connsiteY0" fmla="*/ 0 h 2132734"/>
              <a:gd name="connsiteX1" fmla="*/ 2203753 w 2203753"/>
              <a:gd name="connsiteY1" fmla="*/ 0 h 2132734"/>
              <a:gd name="connsiteX2" fmla="*/ 2203753 w 2203753"/>
              <a:gd name="connsiteY2" fmla="*/ 576461 h 2132734"/>
              <a:gd name="connsiteX3" fmla="*/ 647480 w 2203753"/>
              <a:gd name="connsiteY3" fmla="*/ 2132734 h 2132734"/>
              <a:gd name="connsiteX4" fmla="*/ 0 w 2203753"/>
              <a:gd name="connsiteY4" fmla="*/ 1485255 h 2132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3753" h="2132734">
                <a:moveTo>
                  <a:pt x="0" y="0"/>
                </a:moveTo>
                <a:lnTo>
                  <a:pt x="2203753" y="0"/>
                </a:lnTo>
                <a:lnTo>
                  <a:pt x="2203753" y="576461"/>
                </a:lnTo>
                <a:lnTo>
                  <a:pt x="647480" y="2132734"/>
                </a:lnTo>
                <a:lnTo>
                  <a:pt x="0" y="1485255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849CA57-76BD-4CF2-80BA-D7A46A01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769787" y="5439893"/>
            <a:ext cx="928467" cy="928467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5E9085E-E730-4768-83D4-6CB7E9897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401311" y="734311"/>
            <a:ext cx="5389379" cy="5389379"/>
          </a:xfrm>
          <a:custGeom>
            <a:avLst/>
            <a:gdLst>
              <a:gd name="connsiteX0" fmla="*/ 0 w 5389379"/>
              <a:gd name="connsiteY0" fmla="*/ 540040 h 5389379"/>
              <a:gd name="connsiteX1" fmla="*/ 540040 w 5389379"/>
              <a:gd name="connsiteY1" fmla="*/ 0 h 5389379"/>
              <a:gd name="connsiteX2" fmla="*/ 5389379 w 5389379"/>
              <a:gd name="connsiteY2" fmla="*/ 0 h 5389379"/>
              <a:gd name="connsiteX3" fmla="*/ 5389379 w 5389379"/>
              <a:gd name="connsiteY3" fmla="*/ 4838655 h 5389379"/>
              <a:gd name="connsiteX4" fmla="*/ 4838655 w 5389379"/>
              <a:gd name="connsiteY4" fmla="*/ 5389379 h 5389379"/>
              <a:gd name="connsiteX5" fmla="*/ 0 w 5389379"/>
              <a:gd name="connsiteY5" fmla="*/ 5389379 h 538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89379" h="5389379">
                <a:moveTo>
                  <a:pt x="0" y="540040"/>
                </a:moveTo>
                <a:lnTo>
                  <a:pt x="540040" y="0"/>
                </a:lnTo>
                <a:lnTo>
                  <a:pt x="5389379" y="0"/>
                </a:lnTo>
                <a:lnTo>
                  <a:pt x="5389379" y="4838655"/>
                </a:lnTo>
                <a:lnTo>
                  <a:pt x="4838655" y="5389379"/>
                </a:lnTo>
                <a:lnTo>
                  <a:pt x="0" y="538937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73272FE-A474-4CAE-8CA2-BCC8B476C3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00283" y="33283"/>
            <a:ext cx="6791435" cy="6791435"/>
          </a:xfrm>
          <a:custGeom>
            <a:avLst/>
            <a:gdLst>
              <a:gd name="connsiteX0" fmla="*/ 1860938 w 6791435"/>
              <a:gd name="connsiteY0" fmla="*/ 81158 h 6791435"/>
              <a:gd name="connsiteX1" fmla="*/ 1942096 w 6791435"/>
              <a:gd name="connsiteY1" fmla="*/ 0 h 6791435"/>
              <a:gd name="connsiteX2" fmla="*/ 6791435 w 6791435"/>
              <a:gd name="connsiteY2" fmla="*/ 0 h 6791435"/>
              <a:gd name="connsiteX3" fmla="*/ 6791435 w 6791435"/>
              <a:gd name="connsiteY3" fmla="*/ 4838655 h 6791435"/>
              <a:gd name="connsiteX4" fmla="*/ 6710277 w 6791435"/>
              <a:gd name="connsiteY4" fmla="*/ 4919813 h 6791435"/>
              <a:gd name="connsiteX5" fmla="*/ 6710277 w 6791435"/>
              <a:gd name="connsiteY5" fmla="*/ 81158 h 6791435"/>
              <a:gd name="connsiteX6" fmla="*/ 0 w 6791435"/>
              <a:gd name="connsiteY6" fmla="*/ 1942096 h 6791435"/>
              <a:gd name="connsiteX7" fmla="*/ 81158 w 6791435"/>
              <a:gd name="connsiteY7" fmla="*/ 1860938 h 6791435"/>
              <a:gd name="connsiteX8" fmla="*/ 81158 w 6791435"/>
              <a:gd name="connsiteY8" fmla="*/ 6710277 h 6791435"/>
              <a:gd name="connsiteX9" fmla="*/ 4919813 w 6791435"/>
              <a:gd name="connsiteY9" fmla="*/ 6710277 h 6791435"/>
              <a:gd name="connsiteX10" fmla="*/ 4838655 w 6791435"/>
              <a:gd name="connsiteY10" fmla="*/ 6791435 h 6791435"/>
              <a:gd name="connsiteX11" fmla="*/ 0 w 6791435"/>
              <a:gd name="connsiteY11" fmla="*/ 6791435 h 6791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91435" h="6791435">
                <a:moveTo>
                  <a:pt x="1860938" y="81158"/>
                </a:moveTo>
                <a:lnTo>
                  <a:pt x="1942096" y="0"/>
                </a:lnTo>
                <a:lnTo>
                  <a:pt x="6791435" y="0"/>
                </a:lnTo>
                <a:lnTo>
                  <a:pt x="6791435" y="4838655"/>
                </a:lnTo>
                <a:lnTo>
                  <a:pt x="6710277" y="4919813"/>
                </a:lnTo>
                <a:lnTo>
                  <a:pt x="6710277" y="81158"/>
                </a:lnTo>
                <a:close/>
                <a:moveTo>
                  <a:pt x="0" y="1942096"/>
                </a:moveTo>
                <a:lnTo>
                  <a:pt x="81158" y="1860938"/>
                </a:lnTo>
                <a:lnTo>
                  <a:pt x="81158" y="6710277"/>
                </a:lnTo>
                <a:lnTo>
                  <a:pt x="4919813" y="6710277"/>
                </a:lnTo>
                <a:lnTo>
                  <a:pt x="4838655" y="6791435"/>
                </a:lnTo>
                <a:lnTo>
                  <a:pt x="0" y="6791435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30B812F-69EB-4751-822B-B99176B701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39633" y="5260499"/>
            <a:ext cx="3312734" cy="1141851"/>
          </a:xfrm>
          <a:noFill/>
        </p:spPr>
        <p:txBody>
          <a:bodyPr>
            <a:normAutofit/>
          </a:bodyPr>
          <a:lstStyle/>
          <a:p>
            <a:r>
              <a:rPr lang="en-US" altLang="ko-KR" sz="2000" dirty="0">
                <a:solidFill>
                  <a:srgbClr val="080808"/>
                </a:solidFill>
              </a:rPr>
              <a:t>201886030 </a:t>
            </a:r>
            <a:r>
              <a:rPr lang="ko-KR" altLang="en-US" sz="2000" dirty="0">
                <a:solidFill>
                  <a:srgbClr val="080808"/>
                </a:solidFill>
              </a:rPr>
              <a:t>김태선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582F479-0F0E-441D-B32D-2968CC1893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4642" y="2174009"/>
            <a:ext cx="5782716" cy="2150719"/>
          </a:xfrm>
          <a:noFill/>
        </p:spPr>
        <p:txBody>
          <a:bodyPr anchor="ctr">
            <a:normAutofit/>
          </a:bodyPr>
          <a:lstStyle/>
          <a:p>
            <a:r>
              <a:rPr lang="ko-KR" altLang="en-US" dirty="0">
                <a:solidFill>
                  <a:srgbClr val="080808"/>
                </a:solidFill>
              </a:rPr>
              <a:t>자바 기말과제</a:t>
            </a:r>
            <a:br>
              <a:rPr lang="en-US" altLang="ko-KR" sz="1000" dirty="0">
                <a:solidFill>
                  <a:srgbClr val="080808"/>
                </a:solidFill>
              </a:rPr>
            </a:br>
            <a:br>
              <a:rPr lang="en-US" altLang="ko-KR" sz="3600" dirty="0">
                <a:solidFill>
                  <a:srgbClr val="080808"/>
                </a:solidFill>
              </a:rPr>
            </a:br>
            <a:r>
              <a:rPr lang="en-US" altLang="ko-KR" sz="2500" dirty="0">
                <a:solidFill>
                  <a:srgbClr val="080808"/>
                </a:solidFill>
              </a:rPr>
              <a:t>(</a:t>
            </a:r>
            <a:r>
              <a:rPr lang="ko-KR" altLang="en-US" sz="2500" dirty="0">
                <a:solidFill>
                  <a:srgbClr val="080808"/>
                </a:solidFill>
              </a:rPr>
              <a:t>영화 리뷰 프로그램</a:t>
            </a:r>
            <a:r>
              <a:rPr lang="en-US" altLang="ko-KR" sz="2500" dirty="0">
                <a:solidFill>
                  <a:srgbClr val="080808"/>
                </a:solidFill>
              </a:rPr>
              <a:t>)</a:t>
            </a:r>
            <a:endParaRPr lang="ko-KR" altLang="en-US" sz="2500" dirty="0">
              <a:solidFill>
                <a:srgbClr val="080808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07981EA-05A6-437C-88D7-B377B92B0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9823" y="5457591"/>
            <a:ext cx="2231794" cy="2568811"/>
          </a:xfrm>
          <a:custGeom>
            <a:avLst/>
            <a:gdLst>
              <a:gd name="connsiteX0" fmla="*/ 0 w 2940086"/>
              <a:gd name="connsiteY0" fmla="*/ 0 h 3384061"/>
              <a:gd name="connsiteX1" fmla="*/ 2496112 w 2940086"/>
              <a:gd name="connsiteY1" fmla="*/ 0 h 3384061"/>
              <a:gd name="connsiteX2" fmla="*/ 2940086 w 2940086"/>
              <a:gd name="connsiteY2" fmla="*/ 443975 h 3384061"/>
              <a:gd name="connsiteX3" fmla="*/ 0 w 2940086"/>
              <a:gd name="connsiteY3" fmla="*/ 3384061 h 338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0086" h="3384061">
                <a:moveTo>
                  <a:pt x="0" y="0"/>
                </a:moveTo>
                <a:lnTo>
                  <a:pt x="2496112" y="0"/>
                </a:lnTo>
                <a:lnTo>
                  <a:pt x="2940086" y="443975"/>
                </a:lnTo>
                <a:lnTo>
                  <a:pt x="0" y="338406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5E3C750-986E-4769-B1AE-49289FBEE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720059" y="5243545"/>
            <a:ext cx="959985" cy="959985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355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4A874A-7A2D-4E74-BEC5-0D01C6E56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591083"/>
          </a:xfrm>
          <a:solidFill>
            <a:schemeClr val="accent5">
              <a:alpha val="79000"/>
            </a:schemeClr>
          </a:solidFill>
        </p:spPr>
        <p:txBody>
          <a:bodyPr>
            <a:normAutofit/>
          </a:bodyPr>
          <a:lstStyle/>
          <a:p>
            <a:r>
              <a:rPr lang="en-US" altLang="ko-KR" sz="3600" dirty="0"/>
              <a:t>Main</a:t>
            </a:r>
            <a:endParaRPr lang="ko-KR" altLang="en-US" sz="3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AAA35B-C5AE-40B4-BFA7-892D615EBF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1086"/>
            <a:ext cx="3939721" cy="312422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3EDDF631-60CF-49C8-8C35-6476FF5D2C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715309"/>
            <a:ext cx="3933371" cy="312422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8AABF142-4F4D-4C04-9417-5491E8D577C3}"/>
              </a:ext>
            </a:extLst>
          </p:cNvPr>
          <p:cNvSpPr txBox="1"/>
          <p:nvPr/>
        </p:nvSpPr>
        <p:spPr>
          <a:xfrm>
            <a:off x="4281714" y="591083"/>
            <a:ext cx="282302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00" dirty="0"/>
              <a:t>table</a:t>
            </a:r>
            <a:r>
              <a:rPr lang="ko-KR" altLang="en-US" sz="2200" dirty="0"/>
              <a:t>  </a:t>
            </a:r>
            <a:r>
              <a:rPr lang="en-US" altLang="ko-KR" sz="2200" dirty="0"/>
              <a:t>code</a:t>
            </a:r>
            <a:endParaRPr lang="ko-KR" altLang="en-US" sz="2200" dirty="0"/>
          </a:p>
        </p:txBody>
      </p:sp>
      <p:pic>
        <p:nvPicPr>
          <p:cNvPr id="32" name="그림 31" descr="텍스트이(가) 표시된 사진&#10;&#10;자동 생성된 설명">
            <a:extLst>
              <a:ext uri="{FF2B5EF4-FFF2-40B4-BE49-F238E27FC236}">
                <a16:creationId xmlns:a16="http://schemas.microsoft.com/office/drawing/2014/main" id="{5B81A455-65A1-4F38-B644-907CE23CCD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1828" y="1021970"/>
            <a:ext cx="7032804" cy="87603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9222DFB8-3AFC-4CDE-A078-B1869409EABB}"/>
              </a:ext>
            </a:extLst>
          </p:cNvPr>
          <p:cNvSpPr txBox="1"/>
          <p:nvPr/>
        </p:nvSpPr>
        <p:spPr>
          <a:xfrm>
            <a:off x="4281714" y="2260226"/>
            <a:ext cx="36285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00" dirty="0"/>
              <a:t>choice(</a:t>
            </a:r>
            <a:r>
              <a:rPr lang="ko-KR" altLang="en-US" sz="2200" dirty="0"/>
              <a:t>영화 명</a:t>
            </a:r>
            <a:r>
              <a:rPr lang="en-US" altLang="ko-KR" sz="2200" dirty="0"/>
              <a:t>, </a:t>
            </a:r>
            <a:r>
              <a:rPr lang="ko-KR" altLang="en-US" sz="2200" dirty="0"/>
              <a:t>감독</a:t>
            </a:r>
            <a:r>
              <a:rPr lang="en-US" altLang="ko-KR" sz="2200" dirty="0"/>
              <a:t>)</a:t>
            </a:r>
            <a:r>
              <a:rPr lang="ko-KR" altLang="en-US" sz="2200" dirty="0"/>
              <a:t> </a:t>
            </a:r>
            <a:r>
              <a:rPr lang="en-US" altLang="ko-KR" sz="2200" dirty="0"/>
              <a:t>code</a:t>
            </a:r>
            <a:endParaRPr lang="ko-KR" altLang="en-US" sz="2200" dirty="0"/>
          </a:p>
        </p:txBody>
      </p:sp>
      <p:pic>
        <p:nvPicPr>
          <p:cNvPr id="36" name="그림 35" descr="텍스트이(가) 표시된 사진&#10;&#10;자동 생성된 설명">
            <a:extLst>
              <a:ext uri="{FF2B5EF4-FFF2-40B4-BE49-F238E27FC236}">
                <a16:creationId xmlns:a16="http://schemas.microsoft.com/office/drawing/2014/main" id="{674C9DFF-D78E-4911-A9C6-F7D0E66E59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1828" y="2793883"/>
            <a:ext cx="4690970" cy="1545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863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4A874A-7A2D-4E74-BEC5-0D01C6E56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591083"/>
          </a:xfrm>
          <a:solidFill>
            <a:schemeClr val="accent5">
              <a:alpha val="79000"/>
            </a:schemeClr>
          </a:solidFill>
        </p:spPr>
        <p:txBody>
          <a:bodyPr>
            <a:normAutofit/>
          </a:bodyPr>
          <a:lstStyle/>
          <a:p>
            <a:r>
              <a:rPr lang="en-US" altLang="ko-KR" sz="3600" dirty="0"/>
              <a:t>Membership</a:t>
            </a:r>
            <a:endParaRPr lang="ko-KR" altLang="en-US" sz="36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8A41C564-BDB9-45B8-956C-DD47909D25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44227"/>
            <a:ext cx="4981971" cy="419137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B2E6413D-1B11-43CF-9393-906599CAC4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5419" y="1244227"/>
            <a:ext cx="5009203" cy="419137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6" name="화살표: 오른쪽 25">
            <a:extLst>
              <a:ext uri="{FF2B5EF4-FFF2-40B4-BE49-F238E27FC236}">
                <a16:creationId xmlns:a16="http://schemas.microsoft.com/office/drawing/2014/main" id="{D57CF458-A93C-4AC2-B59A-2361BA8C31D8}"/>
              </a:ext>
            </a:extLst>
          </p:cNvPr>
          <p:cNvSpPr/>
          <p:nvPr/>
        </p:nvSpPr>
        <p:spPr>
          <a:xfrm>
            <a:off x="5382852" y="3000828"/>
            <a:ext cx="1146629" cy="85634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5734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4A874A-7A2D-4E74-BEC5-0D01C6E56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591083"/>
          </a:xfrm>
          <a:solidFill>
            <a:schemeClr val="accent5">
              <a:alpha val="79000"/>
            </a:schemeClr>
          </a:solidFill>
        </p:spPr>
        <p:txBody>
          <a:bodyPr>
            <a:normAutofit/>
          </a:bodyPr>
          <a:lstStyle/>
          <a:p>
            <a:r>
              <a:rPr lang="en-US" altLang="ko-KR" sz="3600" dirty="0" err="1"/>
              <a:t>Login_Main</a:t>
            </a:r>
            <a:endParaRPr lang="ko-KR" altLang="en-US" sz="36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11DD975-1E61-4DDD-85DF-BC6FBEC6D5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6233" y="653143"/>
            <a:ext cx="7279533" cy="612424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81800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4A874A-7A2D-4E74-BEC5-0D01C6E56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591083"/>
          </a:xfrm>
          <a:solidFill>
            <a:schemeClr val="accent5">
              <a:alpha val="79000"/>
            </a:schemeClr>
          </a:solidFill>
        </p:spPr>
        <p:txBody>
          <a:bodyPr>
            <a:normAutofit/>
          </a:bodyPr>
          <a:lstStyle/>
          <a:p>
            <a:r>
              <a:rPr lang="en-US" altLang="ko-KR" sz="3600" dirty="0" err="1"/>
              <a:t>Login_Main</a:t>
            </a:r>
            <a:r>
              <a:rPr lang="en-US" altLang="ko-KR" sz="3600" dirty="0"/>
              <a:t> - search</a:t>
            </a:r>
            <a:endParaRPr lang="ko-KR" altLang="en-US" sz="3600" dirty="0"/>
          </a:p>
        </p:txBody>
      </p:sp>
      <p:pic>
        <p:nvPicPr>
          <p:cNvPr id="6" name="그림 5" descr="테이블이(가) 표시된 사진&#10;&#10;자동 생성된 설명">
            <a:extLst>
              <a:ext uri="{FF2B5EF4-FFF2-40B4-BE49-F238E27FC236}">
                <a16:creationId xmlns:a16="http://schemas.microsoft.com/office/drawing/2014/main" id="{FEB09FE7-9AF7-40EB-882B-EBF89AAB4A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25715"/>
            <a:ext cx="5653314" cy="53848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 descr="텍스트이(가) 표시된 사진&#10;&#10;자동 생성된 설명">
            <a:extLst>
              <a:ext uri="{FF2B5EF4-FFF2-40B4-BE49-F238E27FC236}">
                <a16:creationId xmlns:a16="http://schemas.microsoft.com/office/drawing/2014/main" id="{581D7FD9-7DBC-48C8-AB66-55E1596994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994437"/>
            <a:ext cx="5900058" cy="34063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E8A4A27-06CC-45CC-BF06-671A7D2FF826}"/>
              </a:ext>
            </a:extLst>
          </p:cNvPr>
          <p:cNvSpPr txBox="1"/>
          <p:nvPr/>
        </p:nvSpPr>
        <p:spPr>
          <a:xfrm>
            <a:off x="5653314" y="577317"/>
            <a:ext cx="282302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검색 버튼  </a:t>
            </a:r>
            <a:r>
              <a:rPr lang="en-US" altLang="ko-KR" sz="2200" dirty="0"/>
              <a:t>code</a:t>
            </a:r>
            <a:endParaRPr lang="ko-KR" altLang="en-US" sz="2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F77277-874F-4325-8238-0DE302010509}"/>
              </a:ext>
            </a:extLst>
          </p:cNvPr>
          <p:cNvSpPr txBox="1"/>
          <p:nvPr/>
        </p:nvSpPr>
        <p:spPr>
          <a:xfrm>
            <a:off x="5653314" y="4284732"/>
            <a:ext cx="282302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검색 버튼  </a:t>
            </a:r>
            <a:r>
              <a:rPr lang="en-US" altLang="ko-KR" sz="2200" dirty="0"/>
              <a:t>code</a:t>
            </a:r>
            <a:endParaRPr lang="ko-KR" altLang="en-US" sz="2200" dirty="0"/>
          </a:p>
        </p:txBody>
      </p:sp>
      <p:pic>
        <p:nvPicPr>
          <p:cNvPr id="12" name="그림 11" descr="텍스트이(가) 표시된 사진&#10;&#10;자동 생성된 설명">
            <a:extLst>
              <a:ext uri="{FF2B5EF4-FFF2-40B4-BE49-F238E27FC236}">
                <a16:creationId xmlns:a16="http://schemas.microsoft.com/office/drawing/2014/main" id="{E3FE70F7-4D8D-41C3-9EBB-688CD56802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4619754"/>
            <a:ext cx="5900058" cy="2238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63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4A874A-7A2D-4E74-BEC5-0D01C6E56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591083"/>
          </a:xfrm>
          <a:solidFill>
            <a:schemeClr val="accent5">
              <a:alpha val="79000"/>
            </a:schemeClr>
          </a:solidFill>
        </p:spPr>
        <p:txBody>
          <a:bodyPr>
            <a:normAutofit/>
          </a:bodyPr>
          <a:lstStyle/>
          <a:p>
            <a:r>
              <a:rPr lang="en-US" altLang="ko-KR" sz="3600" dirty="0"/>
              <a:t>Information</a:t>
            </a:r>
            <a:endParaRPr lang="ko-KR" altLang="en-US" sz="36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B144A60-83FB-4816-868C-0547A1F3D3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2172"/>
            <a:ext cx="5042448" cy="549365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CFE73A06-88E2-4801-A3D6-DA3FC69B2D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0618" y="682172"/>
            <a:ext cx="6721381" cy="5493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576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4A874A-7A2D-4E74-BEC5-0D01C6E56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591083"/>
          </a:xfrm>
          <a:solidFill>
            <a:schemeClr val="accent5">
              <a:alpha val="79000"/>
            </a:schemeClr>
          </a:solidFill>
        </p:spPr>
        <p:txBody>
          <a:bodyPr>
            <a:normAutofit/>
          </a:bodyPr>
          <a:lstStyle/>
          <a:p>
            <a:r>
              <a:rPr lang="en-US" altLang="ko-KR" sz="3600" dirty="0"/>
              <a:t>Review</a:t>
            </a:r>
            <a:endParaRPr lang="ko-KR" altLang="en-US" sz="3600" dirty="0"/>
          </a:p>
        </p:txBody>
      </p:sp>
      <p:pic>
        <p:nvPicPr>
          <p:cNvPr id="4" name="그림 3" descr="텍스트이(가) 표시된 사진&#10;&#10;자동 생성된 설명">
            <a:extLst>
              <a:ext uri="{FF2B5EF4-FFF2-40B4-BE49-F238E27FC236}">
                <a16:creationId xmlns:a16="http://schemas.microsoft.com/office/drawing/2014/main" id="{D66C1688-61DB-4359-B2A5-252810C300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7769" y="677366"/>
            <a:ext cx="7286173" cy="61298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267457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4A874A-7A2D-4E74-BEC5-0D01C6E56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591083"/>
          </a:xfrm>
          <a:solidFill>
            <a:schemeClr val="accent5">
              <a:alpha val="79000"/>
            </a:schemeClr>
          </a:solidFill>
        </p:spPr>
        <p:txBody>
          <a:bodyPr>
            <a:normAutofit/>
          </a:bodyPr>
          <a:lstStyle/>
          <a:p>
            <a:r>
              <a:rPr lang="en-US" altLang="ko-KR" sz="3600" dirty="0"/>
              <a:t>Review Write</a:t>
            </a:r>
            <a:endParaRPr lang="ko-KR" altLang="en-US" sz="36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4B7444E-EFC6-465D-BA85-4DB06D0A88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93985"/>
            <a:ext cx="5600741" cy="46958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3A3A93F-B492-42E4-8791-86D32D2B60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8051" y="1162786"/>
            <a:ext cx="6203949" cy="12713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C9C528D-C2B9-4FB7-9009-C3270A389091}"/>
              </a:ext>
            </a:extLst>
          </p:cNvPr>
          <p:cNvSpPr txBox="1"/>
          <p:nvPr/>
        </p:nvSpPr>
        <p:spPr>
          <a:xfrm>
            <a:off x="5653314" y="577317"/>
            <a:ext cx="282302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00" dirty="0"/>
              <a:t>Insert</a:t>
            </a:r>
            <a:r>
              <a:rPr lang="en-US" altLang="ko-KR" dirty="0"/>
              <a:t> </a:t>
            </a:r>
            <a:r>
              <a:rPr lang="en-US" altLang="ko-KR" sz="2200" dirty="0"/>
              <a:t>code</a:t>
            </a:r>
            <a:endParaRPr lang="ko-KR" altLang="en-US" sz="22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40B0A73A-33B8-4E9F-BEB6-5CDEC0EFDB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051" y="5036353"/>
            <a:ext cx="2781320" cy="1057283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E44C9ED-841C-4269-95D9-D839F615EE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8051" y="2801796"/>
            <a:ext cx="2609869" cy="186691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F8249D4-2AB1-4D12-90B9-43B3B322CB1E}"/>
              </a:ext>
            </a:extLst>
          </p:cNvPr>
          <p:cNvSpPr txBox="1"/>
          <p:nvPr/>
        </p:nvSpPr>
        <p:spPr>
          <a:xfrm>
            <a:off x="5653314" y="2402531"/>
            <a:ext cx="282302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00" dirty="0" err="1"/>
              <a:t>radioButton</a:t>
            </a:r>
            <a:r>
              <a:rPr lang="ko-KR" altLang="en-US" dirty="0"/>
              <a:t> </a:t>
            </a:r>
            <a:r>
              <a:rPr lang="en-US" altLang="ko-KR" sz="2200" dirty="0"/>
              <a:t>code</a:t>
            </a:r>
            <a:endParaRPr lang="ko-KR" altLang="en-US" sz="2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C844A7-44AD-49F0-8604-24C57C61DBE1}"/>
              </a:ext>
            </a:extLst>
          </p:cNvPr>
          <p:cNvSpPr txBox="1"/>
          <p:nvPr/>
        </p:nvSpPr>
        <p:spPr>
          <a:xfrm>
            <a:off x="5653314" y="4605466"/>
            <a:ext cx="282302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00" dirty="0" err="1"/>
              <a:t>ButtonGroup</a:t>
            </a:r>
            <a:r>
              <a:rPr lang="ko-KR" altLang="en-US" dirty="0"/>
              <a:t> </a:t>
            </a:r>
            <a:r>
              <a:rPr lang="en-US" altLang="ko-KR" sz="2200" dirty="0"/>
              <a:t>code</a:t>
            </a:r>
            <a:endParaRPr lang="ko-KR" altLang="en-US" sz="2200" dirty="0"/>
          </a:p>
        </p:txBody>
      </p:sp>
    </p:spTree>
    <p:extLst>
      <p:ext uri="{BB962C8B-B14F-4D97-AF65-F5344CB8AC3E}">
        <p14:creationId xmlns:p14="http://schemas.microsoft.com/office/powerpoint/2010/main" val="3253483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4A874A-7A2D-4E74-BEC5-0D01C6E56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591083"/>
          </a:xfrm>
          <a:solidFill>
            <a:schemeClr val="accent5">
              <a:alpha val="79000"/>
            </a:schemeClr>
          </a:solidFill>
        </p:spPr>
        <p:txBody>
          <a:bodyPr>
            <a:normAutofit/>
          </a:bodyPr>
          <a:lstStyle/>
          <a:p>
            <a:r>
              <a:rPr lang="en-US" altLang="ko-KR" sz="3600" dirty="0" err="1"/>
              <a:t>MyReview</a:t>
            </a:r>
            <a:endParaRPr lang="ko-KR" altLang="en-US" sz="36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E0F02DB-917C-45D2-B32E-0649F0408D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9696" y="664098"/>
            <a:ext cx="5082304" cy="552980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ADA10939-213D-418D-A184-D71CB18EA91D}"/>
              </a:ext>
            </a:extLst>
          </p:cNvPr>
          <p:cNvSpPr/>
          <p:nvPr/>
        </p:nvSpPr>
        <p:spPr>
          <a:xfrm>
            <a:off x="5781904" y="4818985"/>
            <a:ext cx="1146629" cy="85634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1582BB2-59F1-4541-BE77-D932D7A9AB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79469"/>
            <a:ext cx="5600741" cy="469585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66203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4A874A-7A2D-4E74-BEC5-0D01C6E56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591083"/>
          </a:xfrm>
          <a:solidFill>
            <a:schemeClr val="accent5">
              <a:alpha val="79000"/>
            </a:schemeClr>
          </a:solidFill>
        </p:spPr>
        <p:txBody>
          <a:bodyPr>
            <a:normAutofit/>
          </a:bodyPr>
          <a:lstStyle/>
          <a:p>
            <a:r>
              <a:rPr lang="en-US" altLang="ko-KR" sz="3600" dirty="0" err="1"/>
              <a:t>MyInfo</a:t>
            </a:r>
            <a:endParaRPr lang="ko-KR" altLang="en-US" sz="36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E1BE89C-AACD-4972-AEE6-07FB7F7F17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8415" y="1063109"/>
            <a:ext cx="5643585" cy="473178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F885B80-E1A3-4D30-8AE8-5F45226FBF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58" y="1161140"/>
            <a:ext cx="5192939" cy="436880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C679B2F1-2EFA-40D6-8FD0-209330425578}"/>
              </a:ext>
            </a:extLst>
          </p:cNvPr>
          <p:cNvSpPr/>
          <p:nvPr/>
        </p:nvSpPr>
        <p:spPr>
          <a:xfrm>
            <a:off x="3963126" y="2797084"/>
            <a:ext cx="849085" cy="246743"/>
          </a:xfrm>
          <a:prstGeom prst="ellipse">
            <a:avLst/>
          </a:prstGeom>
          <a:noFill/>
          <a:ln w="15875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D4AC1CB3-32B4-449A-A06A-84A8E8BB5294}"/>
              </a:ext>
            </a:extLst>
          </p:cNvPr>
          <p:cNvSpPr/>
          <p:nvPr/>
        </p:nvSpPr>
        <p:spPr>
          <a:xfrm>
            <a:off x="5513035" y="2686140"/>
            <a:ext cx="757136" cy="95685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26441922-5577-4AFB-9EC1-851C531A079D}"/>
              </a:ext>
            </a:extLst>
          </p:cNvPr>
          <p:cNvSpPr/>
          <p:nvPr/>
        </p:nvSpPr>
        <p:spPr>
          <a:xfrm>
            <a:off x="5484007" y="2664368"/>
            <a:ext cx="757136" cy="95685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4586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4A874A-7A2D-4E74-BEC5-0D01C6E56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591083"/>
          </a:xfrm>
          <a:solidFill>
            <a:schemeClr val="accent5">
              <a:alpha val="79000"/>
            </a:schemeClr>
          </a:solidFill>
        </p:spPr>
        <p:txBody>
          <a:bodyPr>
            <a:normAutofit/>
          </a:bodyPr>
          <a:lstStyle/>
          <a:p>
            <a:r>
              <a:rPr lang="en-US" altLang="ko-KR" sz="3600" dirty="0" err="1"/>
              <a:t>MyInfo</a:t>
            </a:r>
            <a:r>
              <a:rPr lang="en-US" altLang="ko-KR" sz="3600" dirty="0"/>
              <a:t> - Update</a:t>
            </a:r>
            <a:endParaRPr lang="ko-KR" altLang="en-US" sz="36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7F17A18-982A-4095-B202-66F0131334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13553"/>
            <a:ext cx="3476171" cy="286186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7B1CBBEC-7E52-45C5-940E-4C47C0F43000}"/>
              </a:ext>
            </a:extLst>
          </p:cNvPr>
          <p:cNvSpPr/>
          <p:nvPr/>
        </p:nvSpPr>
        <p:spPr>
          <a:xfrm>
            <a:off x="3564492" y="1666058"/>
            <a:ext cx="757136" cy="95685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 descr="텍스트이(가) 표시된 사진&#10;&#10;자동 생성된 설명">
            <a:extLst>
              <a:ext uri="{FF2B5EF4-FFF2-40B4-BE49-F238E27FC236}">
                <a16:creationId xmlns:a16="http://schemas.microsoft.com/office/drawing/2014/main" id="{18E7181B-866A-4247-9A6E-63B90F5E9D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9949" y="713553"/>
            <a:ext cx="3415587" cy="28618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3A667BC-7FA6-4AF9-ADAC-261F94EB16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8407" y="1584887"/>
            <a:ext cx="2486043" cy="111919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05D8CC42-B49E-490D-9806-060CB5E8801C}"/>
              </a:ext>
            </a:extLst>
          </p:cNvPr>
          <p:cNvSpPr/>
          <p:nvPr/>
        </p:nvSpPr>
        <p:spPr>
          <a:xfrm>
            <a:off x="8083403" y="1666058"/>
            <a:ext cx="757136" cy="95685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9D313FB8-0B77-48E9-BEA4-FDB8980E3C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" y="3996135"/>
            <a:ext cx="3473924" cy="2861865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8" name="연결선: 구부러짐 17">
            <a:extLst>
              <a:ext uri="{FF2B5EF4-FFF2-40B4-BE49-F238E27FC236}">
                <a16:creationId xmlns:a16="http://schemas.microsoft.com/office/drawing/2014/main" id="{619CBE5D-BB41-4812-8C28-53DDCB647E00}"/>
              </a:ext>
            </a:extLst>
          </p:cNvPr>
          <p:cNvCxnSpPr>
            <a:stCxn id="13" idx="2"/>
            <a:endCxn id="16" idx="0"/>
          </p:cNvCxnSpPr>
          <p:nvPr/>
        </p:nvCxnSpPr>
        <p:spPr>
          <a:xfrm rot="5400000">
            <a:off x="5394293" y="-951001"/>
            <a:ext cx="1292052" cy="8602220"/>
          </a:xfrm>
          <a:prstGeom prst="curvedConnector3">
            <a:avLst>
              <a:gd name="adj1" fmla="val 81454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그림 20">
            <a:extLst>
              <a:ext uri="{FF2B5EF4-FFF2-40B4-BE49-F238E27FC236}">
                <a16:creationId xmlns:a16="http://schemas.microsoft.com/office/drawing/2014/main" id="{B681E9D1-3838-486C-9D14-562BEDAE3C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74465" y="4559921"/>
            <a:ext cx="8222668" cy="201205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56C583E-E815-41D8-8B28-A4B950DBB083}"/>
              </a:ext>
            </a:extLst>
          </p:cNvPr>
          <p:cNvSpPr txBox="1"/>
          <p:nvPr/>
        </p:nvSpPr>
        <p:spPr>
          <a:xfrm>
            <a:off x="3564492" y="3996135"/>
            <a:ext cx="282302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00" dirty="0"/>
              <a:t>Update code</a:t>
            </a:r>
            <a:endParaRPr lang="ko-KR" altLang="en-US" sz="2200" dirty="0"/>
          </a:p>
        </p:txBody>
      </p:sp>
    </p:spTree>
    <p:extLst>
      <p:ext uri="{BB962C8B-B14F-4D97-AF65-F5344CB8AC3E}">
        <p14:creationId xmlns:p14="http://schemas.microsoft.com/office/powerpoint/2010/main" val="3926279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4A874A-7A2D-4E74-BEC5-0D01C6E56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591083"/>
          </a:xfrm>
          <a:solidFill>
            <a:schemeClr val="accent5">
              <a:alpha val="79000"/>
            </a:schemeClr>
          </a:solidFill>
        </p:spPr>
        <p:txBody>
          <a:bodyPr>
            <a:normAutofit/>
          </a:bodyPr>
          <a:lstStyle/>
          <a:p>
            <a:r>
              <a:rPr lang="en-US" altLang="ko-KR" sz="3600" dirty="0" err="1"/>
              <a:t>MyInfo</a:t>
            </a:r>
            <a:r>
              <a:rPr lang="en-US" altLang="ko-KR" sz="3600" dirty="0"/>
              <a:t> - Delete</a:t>
            </a:r>
            <a:endParaRPr lang="ko-KR" altLang="en-US" sz="3600" dirty="0"/>
          </a:p>
        </p:txBody>
      </p:sp>
      <p:pic>
        <p:nvPicPr>
          <p:cNvPr id="9" name="그림 8" descr="텍스트이(가) 표시된 사진&#10;&#10;자동 생성된 설명">
            <a:extLst>
              <a:ext uri="{FF2B5EF4-FFF2-40B4-BE49-F238E27FC236}">
                <a16:creationId xmlns:a16="http://schemas.microsoft.com/office/drawing/2014/main" id="{18E7181B-866A-4247-9A6E-63B90F5E9D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13553"/>
            <a:ext cx="3473924" cy="286186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05D8CC42-B49E-490D-9806-060CB5E8801C}"/>
              </a:ext>
            </a:extLst>
          </p:cNvPr>
          <p:cNvSpPr/>
          <p:nvPr/>
        </p:nvSpPr>
        <p:spPr>
          <a:xfrm>
            <a:off x="3813281" y="1675902"/>
            <a:ext cx="757136" cy="95685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56C583E-E815-41D8-8B28-A4B950DBB083}"/>
              </a:ext>
            </a:extLst>
          </p:cNvPr>
          <p:cNvSpPr txBox="1"/>
          <p:nvPr/>
        </p:nvSpPr>
        <p:spPr>
          <a:xfrm>
            <a:off x="0" y="3794358"/>
            <a:ext cx="387257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00" dirty="0">
                <a:solidFill>
                  <a:schemeClr val="bg1"/>
                </a:solidFill>
              </a:rPr>
              <a:t>Delete code</a:t>
            </a:r>
            <a:endParaRPr lang="ko-KR" altLang="en-US" sz="2200" dirty="0">
              <a:solidFill>
                <a:schemeClr val="bg1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FA6C61D-AAAF-4A48-A521-9762556DCE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0332" y="1571675"/>
            <a:ext cx="2476518" cy="11239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BE475EE3-AC72-4E37-A861-5F043AD44F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1262" y="713553"/>
            <a:ext cx="3430737" cy="286186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3" name="화살표: 오른쪽 22">
            <a:extLst>
              <a:ext uri="{FF2B5EF4-FFF2-40B4-BE49-F238E27FC236}">
                <a16:creationId xmlns:a16="http://schemas.microsoft.com/office/drawing/2014/main" id="{B29524F9-DEC2-4621-B379-A25215066B89}"/>
              </a:ext>
            </a:extLst>
          </p:cNvPr>
          <p:cNvSpPr/>
          <p:nvPr/>
        </p:nvSpPr>
        <p:spPr>
          <a:xfrm>
            <a:off x="7750488" y="1675902"/>
            <a:ext cx="757136" cy="95685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4B86C828-D8D8-45C5-BF49-435B5DDA03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340594"/>
            <a:ext cx="9463314" cy="2119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189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4A874A-7A2D-4E74-BEC5-0D01C6E56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591083"/>
          </a:xfrm>
          <a:solidFill>
            <a:schemeClr val="accent5">
              <a:alpha val="79000"/>
            </a:schemeClr>
          </a:solidFill>
        </p:spPr>
        <p:txBody>
          <a:bodyPr>
            <a:normAutofit/>
          </a:bodyPr>
          <a:lstStyle/>
          <a:p>
            <a:r>
              <a:rPr lang="en-US" altLang="ko-KR" sz="3600" dirty="0"/>
              <a:t>DB</a:t>
            </a:r>
            <a:r>
              <a:rPr lang="ko-KR" altLang="en-US" sz="3600" dirty="0"/>
              <a:t>구성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7D6323C-D9B6-4EBF-95D9-D0C6087E2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7782"/>
            <a:ext cx="5436076" cy="143896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90AA70A-07C9-405D-8854-6C45BDCF0633}"/>
              </a:ext>
            </a:extLst>
          </p:cNvPr>
          <p:cNvSpPr txBox="1"/>
          <p:nvPr/>
        </p:nvSpPr>
        <p:spPr>
          <a:xfrm>
            <a:off x="0" y="841075"/>
            <a:ext cx="387257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500" dirty="0">
                <a:solidFill>
                  <a:schemeClr val="bg1"/>
                </a:solidFill>
              </a:rPr>
              <a:t>member</a:t>
            </a:r>
            <a:endParaRPr lang="ko-KR" altLang="en-US" sz="25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0B3CD6-0001-45FC-A74B-5214BFF95781}"/>
              </a:ext>
            </a:extLst>
          </p:cNvPr>
          <p:cNvSpPr txBox="1"/>
          <p:nvPr/>
        </p:nvSpPr>
        <p:spPr>
          <a:xfrm>
            <a:off x="-1" y="2951946"/>
            <a:ext cx="387257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500" dirty="0">
                <a:solidFill>
                  <a:schemeClr val="bg1"/>
                </a:solidFill>
              </a:rPr>
              <a:t>movie</a:t>
            </a:r>
            <a:endParaRPr lang="ko-KR" altLang="en-US" sz="2500" dirty="0">
              <a:solidFill>
                <a:schemeClr val="bg1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A355C28-7051-4F6F-A417-C9AD336DFC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29000"/>
            <a:ext cx="5436076" cy="303534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7FF9FD8-422E-4EE6-B25E-4EF9690B058E}"/>
              </a:ext>
            </a:extLst>
          </p:cNvPr>
          <p:cNvSpPr txBox="1"/>
          <p:nvPr/>
        </p:nvSpPr>
        <p:spPr>
          <a:xfrm>
            <a:off x="6095999" y="841075"/>
            <a:ext cx="387257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500"/>
              <a:t>review</a:t>
            </a:r>
            <a:endParaRPr lang="ko-KR" altLang="en-US" sz="25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34D71F8-8A32-428D-836F-20FF0768A6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952" y="1347782"/>
            <a:ext cx="5208738" cy="2338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1243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틀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틀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틀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TM10001115[[fn=소포]]</Template>
  <TotalTime>243</TotalTime>
  <Words>64</Words>
  <Application>Microsoft Office PowerPoint</Application>
  <PresentationFormat>와이드스크린</PresentationFormat>
  <Paragraphs>26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13</vt:i4>
      </vt:variant>
    </vt:vector>
  </HeadingPairs>
  <TitlesOfParts>
    <vt:vector size="19" baseType="lpstr">
      <vt:lpstr>맑은 고딕</vt:lpstr>
      <vt:lpstr>Arial</vt:lpstr>
      <vt:lpstr>Corbel</vt:lpstr>
      <vt:lpstr>Wingdings 2</vt:lpstr>
      <vt:lpstr>Office 테마</vt:lpstr>
      <vt:lpstr>틀</vt:lpstr>
      <vt:lpstr>자바 기말과제  (영화 리뷰 프로그램)</vt:lpstr>
      <vt:lpstr>Main</vt:lpstr>
      <vt:lpstr>Membership</vt:lpstr>
      <vt:lpstr>Login_Main</vt:lpstr>
      <vt:lpstr>Login_Main - search</vt:lpstr>
      <vt:lpstr>Information</vt:lpstr>
      <vt:lpstr>Review</vt:lpstr>
      <vt:lpstr>Review Write</vt:lpstr>
      <vt:lpstr>MyReview</vt:lpstr>
      <vt:lpstr>MyInfo</vt:lpstr>
      <vt:lpstr>MyInfo - Update</vt:lpstr>
      <vt:lpstr>MyInfo - Delete</vt:lpstr>
      <vt:lpstr>DB구성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자바 기말과제  (영화 리뷰 프로그램)</dc:title>
  <dc:creator>김태선</dc:creator>
  <cp:lastModifiedBy>김태선</cp:lastModifiedBy>
  <cp:revision>12</cp:revision>
  <dcterms:created xsi:type="dcterms:W3CDTF">2020-12-03T10:05:42Z</dcterms:created>
  <dcterms:modified xsi:type="dcterms:W3CDTF">2020-12-12T11:15:01Z</dcterms:modified>
</cp:coreProperties>
</file>